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PROGRAMA DE CAPACITACIÓN · CLASE 1 DE 5</a:t>
            </a:r>
          </a:p>
          <a:p>
            <a:r>
              <a:t>Fundamentos, métricas y monitoreo de EC2 con CloudWatch</a:t>
            </a:r>
          </a:p>
          <a:p/>
          <a:p>
            <a:r>
              <a:t>Los pilares de la observabilidad y las métricas de tu infraestructura.</a:t>
            </a:r>
          </a:p>
          <a:p/>
          <a:p>
            <a:r>
              <a:t>Amazon CloudWatch</a:t>
            </a:r>
          </a:p>
          <a:p>
            <a:r>
              <a:t>Amazon EC2</a:t>
            </a:r>
          </a:p>
          <a:p>
            <a:r>
              <a:t>CloudFormation</a:t>
            </a:r>
          </a:p>
          <a:p>
            <a:r>
              <a:t>⏱ ~2 horas · 🧪 Laboratorio incluido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OBJETIVOS</a:t>
            </a:r>
          </a:p>
          <a:p>
            <a:r>
              <a:t>Qué vas a lograr en esta clase</a:t>
            </a:r>
          </a:p>
          <a:p>
            <a:r>
              <a:t>Comprender los pilares de la observabilidad y cómo se aplican en AWS.</a:t>
            </a:r>
          </a:p>
          <a:p>
            <a:r>
              <a:t>Recolectar, publicar y consultar métricas con Amazon CloudWatch.</a:t>
            </a:r>
          </a:p>
          <a:p>
            <a:r>
              <a:t>Instrumentar una instancia EC2 con el agente unificado de CloudWatch.</a:t>
            </a:r>
          </a:p>
          <a:p>
            <a:r>
              <a:t>Desplegar la base del entorno con CloudFormation, como infraestructura-como-código.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1</a:t>
            </a:r>
          </a:p>
          <a:p>
            <a:r>
              <a:t>Fundamentos de observabilidad y monitoreo</a:t>
            </a:r>
          </a:p>
          <a:p/>
          <a:p>
            <a:r>
              <a:t>De qué hablamos cuando hablamos de observar un sistema: pilares, señales y objetivos de nivel de servicio.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1 · CONCEPTOS BASE</a:t>
            </a:r>
          </a:p>
          <a:p>
            <a:r>
              <a:t>Monitoreo, observabilidad y sus pilares</a:t>
            </a:r>
          </a:p>
          <a:p/>
          <a:p>
            <a:r>
              <a:t>Monitoreo responde a preguntas que ya sabías hacer (¿está caído?, ¿pasó el umbral?). La observabilidad te permite explorar el sistema y responder preguntas nuevas que no anticipaste.</a:t>
            </a:r>
          </a:p>
          <a:p/>
          <a:p>
            <a:r>
              <a:t>Los tres pilares (+ eventos)</a:t>
            </a:r>
          </a:p>
          <a:p>
            <a:r>
              <a:t>Métricas: valores numéricos agregados en el tiempo.</a:t>
            </a:r>
          </a:p>
          <a:p>
            <a:r>
              <a:t>Logs: registros discretos de lo que ocurrió.</a:t>
            </a:r>
          </a:p>
          <a:p>
            <a:r>
              <a:t>Trazas: el recorrido de una petición entre servicios.</a:t>
            </a:r>
          </a:p>
          <a:p>
            <a:r>
              <a:t>Eventos: cambios de estado relevantes del sistema.</a:t>
            </a:r>
          </a:p>
          <a:p>
            <a:r>
              <a:t>🔭 El foco de esta clase</a:t>
            </a:r>
          </a:p>
          <a:p/>
          <a:p>
            <a:r>
              <a:t>Arrancamos por el pilar de las métricas: cómo se generan, se publican y se consultan en AWS. Logs y trazas llegan en las clases siguientes.</a:t>
            </a:r>
          </a:p>
          <a:p/>
          <a:p>
            <a:r>
              <a:t>Pilar: métricas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1 · QUÉ MEDIR</a:t>
            </a:r>
          </a:p>
          <a:p>
            <a:r>
              <a:t>Señales, métodos y objetivos de servicio</a:t>
            </a:r>
          </a:p>
          <a:p>
            <a:r>
              <a:t>Golden signals</a:t>
            </a:r>
          </a:p>
          <a:p/>
          <a:p>
            <a:r>
              <a:t>Latencia, tráfico, errores y saturación: las cuatro señales que resumen la salud de un servicio orientado a usuarios.</a:t>
            </a:r>
          </a:p>
          <a:p/>
          <a:p>
            <a:r>
              <a:t>RED &amp; USE</a:t>
            </a:r>
          </a:p>
          <a:p/>
          <a:p>
            <a:r>
              <a:t>RED (Rate, Errors, Duration) para servicios de peticiones; USE (Utilization, Saturation, Errors) para recursos como CPU o disco.</a:t>
            </a:r>
          </a:p>
          <a:p/>
          <a:p>
            <a:r>
              <a:t>SLI · SLO · Error budget</a:t>
            </a:r>
          </a:p>
          <a:p/>
          <a:p>
            <a:r>
              <a:t>El SLI mide, el SLO fija la meta y el error budget es cuánto podés fallar sin romper el objetivo.</a:t>
            </a:r>
          </a:p>
          <a:p/>
          <a:p>
            <a:r>
              <a:t>🧭 Idea clave</a:t>
            </a:r>
          </a:p>
          <a:p/>
          <a:p>
            <a:r>
              <a:t>Estos marcos deciden qué métricas valen la pena. CloudWatch es el dónde las recolectás y consultás.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1 · PANORAMA</a:t>
            </a:r>
          </a:p>
          <a:p>
            <a:r>
              <a:t>Servicios que vas a usar</a:t>
            </a:r>
          </a:p>
          <a:p>
            <a:r>
              <a:t>CloudWatch</a:t>
            </a:r>
          </a:p>
          <a:p>
            <a:r>
              <a:t>Métricas, logs y eventos</a:t>
            </a:r>
          </a:p>
          <a:p>
            <a:r>
              <a:t>Amazon EC2</a:t>
            </a:r>
          </a:p>
          <a:p>
            <a:r>
              <a:t>Cómputo a monitorear</a:t>
            </a:r>
          </a:p>
          <a:p>
            <a:r>
              <a:t>CloudFormation</a:t>
            </a:r>
          </a:p>
          <a:p>
            <a:r>
              <a:t>Infra como código</a:t>
            </a:r>
          </a:p>
          <a:p>
            <a:r>
              <a:t>Systems Manager</a:t>
            </a:r>
          </a:p>
          <a:p>
            <a:r>
              <a:t>Config del agente y acceso</a:t>
            </a:r>
          </a:p>
          <a:p>
            <a:r>
              <a:t>Amazon VPC</a:t>
            </a:r>
          </a:p>
          <a:p>
            <a:r>
              <a:t>Red del entorno</a:t>
            </a:r>
          </a:p>
          <a:p>
            <a:r>
              <a:t>AWS IAM</a:t>
            </a:r>
          </a:p>
          <a:p>
            <a:r>
              <a:t>Permisos sin credenciales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2</a:t>
            </a:r>
          </a:p>
          <a:p>
            <a:r>
              <a:t>Métricas con Amazon CloudWatch</a:t>
            </a:r>
          </a:p>
          <a:p/>
          <a:p>
            <a:r>
              <a:t>Cómo se organizan, se publican y se consultan las métricas en la plataforma central de observabilidad de 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MANAGEMENT &amp; GOVERNANCE</a:t>
            </a:r>
          </a:p>
          <a:p>
            <a:r>
              <a:t>Amazon CloudWatch</a:t>
            </a:r>
          </a:p>
          <a:p>
            <a:r>
              <a:t>Qué es</a:t>
            </a:r>
          </a:p>
          <a:p/>
          <a:p>
            <a:r>
              <a:t>Servicio de observabilidad que recolecta métricas, logs y eventos de recursos y aplicaciones. Provee métricas nativas de AWS y permite publicar las tuyas, con alarmas, dashboards y consultas.</a:t>
            </a:r>
          </a:p>
          <a:p/>
          <a:p>
            <a:r>
              <a:t>Conceptos clave</a:t>
            </a:r>
          </a:p>
          <a:p>
            <a:r>
              <a:t>Namespaces y dimensiones: namespace (AWS/EC2, CWAgent) + nombre + dimensiones (InstanceId) definen una métrica única.</a:t>
            </a:r>
          </a:p>
          <a:p>
            <a:r>
              <a:t>Resolución y retención: estándar (1 min) vs alta (hasta 1 s); se conservan hasta 15 meses con granularidad decreciente.</a:t>
            </a:r>
          </a:p>
          <a:p>
            <a:r>
              <a:t>💡 En este curso</a:t>
            </a:r>
          </a:p>
          <a:p/>
          <a:p>
            <a:r>
              <a:t>Es el destino de todas las métricas del lab: las del hipervisor de EC2 (AWS/EC2), las del SO que publica el agente (CWAgent) y la métrica personalizada.</a:t>
            </a:r>
          </a:p>
          <a:p/>
          <a:p>
            <a:r>
              <a:t>Se usa en el 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2 · PUBLICAR Y CONSULTAR</a:t>
            </a:r>
          </a:p>
          <a:p>
            <a:r>
              <a:t>De PutMetricData a Metrics Insights</a:t>
            </a:r>
          </a:p>
          <a:p>
            <a:r>
              <a:t>PutMetricData: API para publicar métricas personalizadas (valores, arrays o StatisticSet).</a:t>
            </a:r>
          </a:p>
          <a:p>
            <a:r>
              <a:t>EMF: métricas embebidas en logs JSON que CloudWatch extrae, sin llamadas síncronas.</a:t>
            </a:r>
          </a:p>
          <a:p>
            <a:r>
              <a:t>Metric math combina y transforma métricas; la detección de anomalías aprende una banda esperada.</a:t>
            </a:r>
          </a:p>
          <a:p>
            <a:r>
              <a:t>Metrics Insights: consultas tipo SQL sobre tus métricas más recientes.</a:t>
            </a:r>
          </a:p>
          <a:p>
            <a:r>
              <a:t>Buena práctica</a:t>
            </a:r>
          </a:p>
          <a:p/>
          <a:p>
            <a:r>
              <a:t>Cuidá la cardinalidad: cada combinación de dimensiones es una métrica facturable. EMF ayuda a controlar el volumen.</a:t>
            </a:r>
          </a:p>
          <a:p/>
          <a:p>
            <a:r>
              <a:t># publicar una métrica personalizada</a:t>
            </a:r>
          </a:p>
          <a:p>
            <a:r>
              <a:t>aws cloudwatch put-metric-data \</a:t>
            </a:r>
          </a:p>
          <a:p>
            <a:r>
              <a:t>  --namespace "Curso/Obs" \</a:t>
            </a:r>
          </a:p>
          <a:p>
            <a:r>
              <a:t>  --metric-name "TareasProcesadas" \</a:t>
            </a:r>
          </a:p>
          <a:p>
            <a:r>
              <a:t>  --dimensions InstanceId=i-0abc123 \</a:t>
            </a:r>
          </a:p>
          <a:p>
            <a:r>
              <a:t>  --value 1</a:t>
            </a:r>
          </a:p>
          <a:p/>
          <a:p>
            <a:r>
              <a:t># consulta tipo SQL (Metrics Insights)</a:t>
            </a:r>
          </a:p>
          <a:p>
            <a:r>
              <a:t>SELECT AVG(mem_used_percent)</a:t>
            </a:r>
          </a:p>
          <a:p>
            <a:r>
              <a:t>FROM "CWAgent"</a:t>
            </a:r>
          </a:p>
          <a:p>
            <a:r>
              <a:t>GROUP BY InstanceId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3</a:t>
            </a:r>
          </a:p>
          <a:p>
            <a:r>
              <a:t>Monitoreo de EC2 con el agente de CloudWatch</a:t>
            </a:r>
          </a:p>
          <a:p/>
          <a:p>
            <a:r>
              <a:t>El hipervisor no ve dentro del sistema operativo. El agente unificado sí: memoria, disco, procesos y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</a:t>
            </a:r>
          </a:p>
          <a:p>
            <a:r>
              <a:t>Amazon EC2 y el agente unificado</a:t>
            </a:r>
          </a:p>
          <a:p>
            <a:r>
              <a:t>Qué es</a:t>
            </a:r>
          </a:p>
          <a:p/>
          <a:p>
            <a:r>
              <a:t>EC2 provee instancias de cómputo y publica métricas del hipervisor sin agente. Pero no ve lo que pasa dentro del SO invitado.</a:t>
            </a:r>
          </a:p>
          <a:p/>
          <a:p>
            <a:r>
              <a:t>Conceptos clave</a:t>
            </a:r>
          </a:p>
          <a:p>
            <a:r>
              <a:t>Sin agente: CPUUtilization, NetworkIn/Out, StatusCheckFailed en AWS/EC2.</a:t>
            </a:r>
          </a:p>
          <a:p>
            <a:r>
              <a:t>El hipervisor no ve memoria usada, uso de disco por filesystem ni procesos: eso requiere el agente corriendo dentro.</a:t>
            </a:r>
          </a:p>
          <a:p>
            <a:r>
              <a:t>UserData instala y configura el agente en el primer arranque.</a:t>
            </a:r>
          </a:p>
          <a:p>
            <a:r>
              <a:t>💡 En este curso</a:t>
            </a:r>
          </a:p>
          <a:p/>
          <a:p>
            <a:r>
              <a:t>Una t3.micro es el host monitoreado. Su UserData instala el agente, que lee su config desde SSM y publica mem_used_percent y disk_used_percent en CWAgent.</a:t>
            </a:r>
          </a:p>
          <a:p/>
          <a:p>
            <a:r>
              <a:t>Se usa en el 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3 · CONFIG Y DESPLIEGUE</a:t>
            </a:r>
          </a:p>
          <a:p>
            <a:r>
              <a:t>Config versionada y acceso sin SSH</a:t>
            </a:r>
          </a:p>
          <a:p>
            <a:r>
              <a:t>AWS Systems Manager</a:t>
            </a:r>
          </a:p>
          <a:p>
            <a:r>
              <a:t>Parameter Store guarda la config JSON del agente de forma versionada; la instancia la recupera al arrancar.</a:t>
            </a:r>
          </a:p>
          <a:p>
            <a:r>
              <a:t>Session Manager te da shell a la instancia sin SSH, sin puertos abiertos ni bastión.</a:t>
            </a:r>
          </a:p>
          <a:p>
            <a:r>
              <a:t>Run Command despliega el agente a escala en flotas de instancias.</a:t>
            </a:r>
          </a:p>
          <a:p>
            <a:r>
              <a:t>AWS IAM</a:t>
            </a:r>
          </a:p>
          <a:p>
            <a:r>
              <a:t>El agente accede a AWS mediante un instance profile, sin credenciales estáticas.</a:t>
            </a:r>
          </a:p>
          <a:p>
            <a:r>
              <a:t>CloudWatchAgentServerPolicy habilita PutMetricData y leer la config en SSM.</a:t>
            </a:r>
          </a:p>
          <a:p>
            <a:r>
              <a:t>AmazonSSMManagedInstanceCore habilita Session Manager.</a:t>
            </a:r>
          </a:p>
          <a:p>
            <a:r>
              <a:t>⚠️ Error frecuente</a:t>
            </a:r>
          </a:p>
          <a:p/>
          <a:p>
            <a:r>
              <a:t>Si buscás mem_used_percent en AWS/EC2 no aparece: vive en CWAgent y solo existe si el agente está corriendo y configurado.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4 · INFRAESTRUCTURA COMO CÓDIGO</a:t>
            </a:r>
          </a:p>
          <a:p>
            <a:r>
              <a:t>AWS CloudFormation</a:t>
            </a:r>
          </a:p>
          <a:p>
            <a:r>
              <a:t>Anatomía de una plantilla</a:t>
            </a:r>
          </a:p>
          <a:p>
            <a:r>
              <a:t>Parameters: entradas configurables del stack.</a:t>
            </a:r>
          </a:p>
          <a:p>
            <a:r>
              <a:t>Resources: la única sección obligatoria; declara qué crear.</a:t>
            </a:r>
          </a:p>
          <a:p>
            <a:r>
              <a:t>Outputs: valores exportables (IDs, endpoints, comandos).</a:t>
            </a:r>
          </a:p>
          <a:p>
            <a:r>
              <a:t>Funciones intrínsecas: !Ref, !GetAtt, !Sub componen valores entre recursos.</a:t>
            </a:r>
          </a:p>
          <a:p>
            <a:r>
              <a:t>💡 Por qué como código</a:t>
            </a:r>
          </a:p>
          <a:p/>
          <a:p>
            <a:r>
              <a:t>Definir la observabilidad como código (VPC, EC2, IAM, config del agente) da entornos reproducibles, versionables y auditables. Un change set previsualiza los cambios.</a:t>
            </a:r>
          </a:p>
          <a:p/>
          <a:p>
            <a:r>
              <a:t>Despliega todo el 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 DEL LABORATORIO</a:t>
            </a:r>
          </a:p>
          <a:p>
            <a:r>
              <a:t>Cómo fluyen las métricas</a:t>
            </a:r>
          </a:p>
          <a:p>
            <a:r>
              <a:t>CloudFormation</a:t>
            </a:r>
          </a:p>
          <a:p>
            <a:r>
              <a:t>despliega el stack</a:t>
            </a:r>
          </a:p>
          <a:p>
            <a:r>
              <a:t>→</a:t>
            </a:r>
          </a:p>
          <a:p>
            <a:r>
              <a:t>VPC + subred</a:t>
            </a:r>
          </a:p>
          <a:p>
            <a:r>
              <a:t>IGW · salida</a:t>
            </a:r>
          </a:p>
          <a:p>
            <a:r>
              <a:t>→</a:t>
            </a:r>
          </a:p>
          <a:p>
            <a:r>
              <a:t>SSM Param Store</a:t>
            </a:r>
          </a:p>
          <a:p>
            <a:r>
              <a:t>config del agente</a:t>
            </a:r>
          </a:p>
          <a:p>
            <a:r>
              <a:t>→</a:t>
            </a:r>
          </a:p>
          <a:p>
            <a:r>
              <a:t>EC2 + Agent</a:t>
            </a:r>
          </a:p>
          <a:p>
            <a:r>
              <a:t>UserData</a:t>
            </a:r>
          </a:p>
          <a:p>
            <a:r>
              <a:t>EC2 (hipervisor)</a:t>
            </a:r>
          </a:p>
          <a:p>
            <a:r>
              <a:t>CPUUtilization</a:t>
            </a:r>
          </a:p>
          <a:p>
            <a:r>
              <a:t>→</a:t>
            </a:r>
          </a:p>
          <a:p>
            <a:r>
              <a:t>CloudWatch</a:t>
            </a:r>
          </a:p>
          <a:p>
            <a:r>
              <a:t>AWS/EC2 · CWAgent · custom</a:t>
            </a:r>
          </a:p>
          <a:p>
            <a:r>
              <a:t>←</a:t>
            </a:r>
          </a:p>
          <a:p>
            <a:r>
              <a:t>Agent + custom</a:t>
            </a:r>
          </a:p>
          <a:p>
            <a:r>
              <a:t>mem · disk · PutMetricData</a:t>
            </a:r>
          </a:p>
          <a:p/>
          <a:p>
            <a:r>
              <a:t>Dos rutas de métricas hacia CloudWatch: hipervisor (sin agente) y sistema operativo (con agente), más la métrica personalizada por PutMetricData.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MANOS A LA OBRA</a:t>
            </a:r>
          </a:p>
          <a:p>
            <a:r>
              <a:t>Laboratorio de la clase</a:t>
            </a:r>
          </a:p>
          <a:p>
            <a:r>
              <a:t>🧪 Qué vas a construir</a:t>
            </a:r>
          </a:p>
          <a:p/>
          <a:p>
            <a:r>
              <a:t>Con una sola plantilla de CloudFormation desplegás una VPC con subred pública e Internet Gateway, una EC2 t3.micro con el CloudWatch agent instalado por UserData y su config en SSM Parameter Store, publicando métricas del SO y una métrica personalizada con PutMetricData.</a:t>
            </a:r>
          </a:p>
          <a:p/>
          <a:p>
            <a:r>
              <a:t>1 · Desplegar</a:t>
            </a:r>
          </a:p>
          <a:p/>
          <a:p>
            <a:r>
              <a:t>Crear el stack; el agente lee su config desde SSM y arranca.</a:t>
            </a:r>
          </a:p>
          <a:p/>
          <a:p>
            <a:r>
              <a:t>2 · Verificar</a:t>
            </a:r>
          </a:p>
          <a:p/>
          <a:p>
            <a:r>
              <a:t>Comparar en CloudWatch las métricas del SO (CWAgent) con las del hipervisor (AWS/EC2).</a:t>
            </a:r>
          </a:p>
          <a:p/>
          <a:p>
            <a:r>
              <a:t>3 · Troubleshooting</a:t>
            </a:r>
          </a:p>
          <a:p/>
          <a:p>
            <a:r>
              <a:t>Con Session Manager, detener el agente y diagnosticar por qué dejan de llegar las métricas del SO.</a:t>
            </a:r>
          </a:p>
          <a:p/>
          <a:p>
            <a:r>
              <a:t>Guía paso a paso: laboratorio/guia.html · Plantilla: laboratorio/template.yaml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</a:t>
            </a:r>
          </a:p>
          <a:p>
            <a:r>
              <a:t>Lo que te llevás</a:t>
            </a:r>
          </a:p>
          <a:p>
            <a:r>
              <a:t>La observabilidad se apoya en tres pilares (métricas, logs, trazas) y se guía con golden signals, RED/USE y SLOs.</a:t>
            </a:r>
          </a:p>
          <a:p>
            <a:r>
              <a:t>CloudWatch organiza métricas por namespace y dimensiones; las publicás con PutMetricData o EMF y las consultás con Metrics Insights.</a:t>
            </a:r>
          </a:p>
          <a:p>
            <a:r>
              <a:t>El hipervisor de EC2 no ve dentro del SO: el agente unificado aporta memoria, disco y logs, con su config versionada en SSM.</a:t>
            </a:r>
          </a:p>
          <a:p>
            <a:r>
              <a:t>Próximo paso: hacer el laboratorio y pasar a la Clase 2 (logs: recolección y retención).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 — Fundamentos, métricas y monitoreo de EC2 con CloudWatch</dc:title>
  <dc:subject>Curso práctico de observabilidad en AWS</dc:subject>
  <dc:creator>Observabilidad y Monitoreo en AWS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