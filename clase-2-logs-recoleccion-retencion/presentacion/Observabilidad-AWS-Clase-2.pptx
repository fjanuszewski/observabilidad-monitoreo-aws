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PROGRAMA DE CAPACITACIÓN · CLASE 2 DE 5</a:t>
            </a:r>
          </a:p>
          <a:p>
            <a:r>
              <a:t>Logs: recolección, lectura y retención</a:t>
            </a:r>
          </a:p>
          <a:p/>
          <a:p>
            <a:r>
              <a:t>Centralizar, consultar y proteger los logs para troubleshooting.</a:t>
            </a:r>
          </a:p>
          <a:p/>
          <a:p>
            <a:r>
              <a:t>CloudWatch Logs</a:t>
            </a:r>
          </a:p>
          <a:p>
            <a:r>
              <a:t>CloudWatch Alarms</a:t>
            </a:r>
          </a:p>
          <a:p>
            <a:r>
              <a:t>CloudFormation</a:t>
            </a:r>
          </a:p>
          <a:p>
            <a:r>
              <a:t>⏱ ~2 horas · 🧪 Laboratorio incluido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OBJETIVOS</a:t>
            </a:r>
          </a:p>
          <a:p>
            <a:r>
              <a:t>Qué vas a lograr en esta clase</a:t>
            </a:r>
          </a:p>
          <a:p>
            <a:r>
              <a:t>Centralizar los logs de tus aplicaciones y servicios en Amazon CloudWatch Logs.</a:t>
            </a:r>
          </a:p>
          <a:p>
            <a:r>
              <a:t>Consultar y analizar logs para tareas de troubleshooting con Logs Insights y Live Tail.</a:t>
            </a:r>
          </a:p>
          <a:p>
            <a:r>
              <a:t>Generar métricas y alarmas a partir de patrones en los logs.</a:t>
            </a:r>
          </a:p>
          <a:p>
            <a:r>
              <a:t>Gestionar la retención (rotación) y proteger datos sensibles con enmascaramiento y KMS.</a:t>
            </a:r>
          </a:p>
          <a:p>
            <a:r>
              <a:t>Declarar todo el pipeline de logs como código en CloudFormation.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1</a:t>
            </a:r>
          </a:p>
          <a:p>
            <a:r>
              <a:t>Amazon CloudWatch Logs: conceptos y recolección</a:t>
            </a:r>
          </a:p>
          <a:p/>
          <a:p>
            <a:r>
              <a:t>La jerarquía de los logs, de dónde llegan y cómo elegir la clase de log para optimizar costos.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MANAGEMENT &amp; GOVERNANCE</a:t>
            </a:r>
          </a:p>
          <a:p>
            <a:r>
              <a:t>Amazon CloudWatch Logs</a:t>
            </a:r>
          </a:p>
          <a:p>
            <a:r>
              <a:t>Qué es</a:t>
            </a:r>
          </a:p>
          <a:p/>
          <a:p>
            <a:r>
              <a:t>Servicio administrado para centralizar, almacenar, consultar y acceder en un solo lugar a los logs de aplicaciones, sistemas y servicios de AWS.</a:t>
            </a:r>
          </a:p>
          <a:p/>
          <a:p>
            <a:r>
              <a:t>Conceptos clave</a:t>
            </a:r>
          </a:p>
          <a:p>
            <a:r>
              <a:t>Log group: contenedor con retención, cifrado y políticas.</a:t>
            </a:r>
          </a:p>
          <a:p>
            <a:r>
              <a:t>Log stream: secuencia de eventos de una misma fuente.</a:t>
            </a:r>
          </a:p>
          <a:p>
            <a:r>
              <a:t>Log event: una línea con timestamp + mensaje.</a:t>
            </a:r>
          </a:p>
          <a:p>
            <a:r>
              <a:t>💡 En este curso</a:t>
            </a:r>
          </a:p>
          <a:p/>
          <a:p>
            <a:r>
              <a:t>La app en EC2 envía sus logs a un log group con retención definida. Sobre él se montan el metric filter, la alarma y la consulta guardada de Logs Insights.</a:t>
            </a:r>
          </a:p>
          <a:p/>
          <a:p>
            <a:r>
              <a:t>Se usa en el lab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RECOLECCIÓN</a:t>
            </a:r>
          </a:p>
          <a:p>
            <a:r>
              <a:t>Fuentes de logs y clases de log</a:t>
            </a:r>
          </a:p>
          <a:p>
            <a:r>
              <a:t>De dónde llegan</a:t>
            </a:r>
          </a:p>
          <a:p>
            <a:r>
              <a:t>Agente de CloudWatch: archivos de log en EC2 / on-prem.</a:t>
            </a:r>
          </a:p>
          <a:p>
            <a:r>
              <a:t>SDK / API: PutLogEvents desde tu código.</a:t>
            </a:r>
          </a:p>
          <a:p>
            <a:r>
              <a:t>Servicios nativos: Lambda, API Gateway, VPC Flow Logs, ELB y Route 53.</a:t>
            </a:r>
          </a:p>
          <a:p>
            <a:r>
              <a:t>Standard vs Infrequent Access</a:t>
            </a:r>
          </a:p>
          <a:p>
            <a:r>
              <a:t>Standard: todas las capacidades (Live Tail, metric &amp; subscription filters, anomaly detection, data protection).</a:t>
            </a:r>
          </a:p>
          <a:p>
            <a:r>
              <a:t>Infrequent Access: menor costo de ingestión; solo Logs Insights, sin Live Tail ni filtros.</a:t>
            </a:r>
          </a:p>
          <a:p>
            <a:r>
              <a:t>Cuándo usar IA</a:t>
            </a:r>
          </a:p>
          <a:p/>
          <a:p>
            <a:r>
              <a:t>Logs forenses o de compliance que se consultan poco.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2</a:t>
            </a:r>
          </a:p>
          <a:p>
            <a:r>
              <a:t>Lectura y análisis de logs</a:t>
            </a:r>
          </a:p>
          <a:p/>
          <a:p>
            <a:r>
              <a:t>Explorar, contar y depurar en tiempo real con Logs Insights, Live Tail y detección de anomalías.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ANÁLISIS</a:t>
            </a:r>
          </a:p>
          <a:p>
            <a:r>
              <a:t>Logs Insights, Live Tail y anomalías</a:t>
            </a:r>
          </a:p>
          <a:p>
            <a:r>
              <a:t>Logs Insights: lenguaje de consulta con fields, filter, stats, parse, sort y limit.</a:t>
            </a:r>
          </a:p>
          <a:p>
            <a:r>
              <a:t>Live Tail: streaming en vivo de eventos recién ingeridos, con filtrado y resaltado.</a:t>
            </a:r>
          </a:p>
          <a:p>
            <a:r>
              <a:t>Anomaly detection: ML que fija líneas base y detecta patrones anómalos.</a:t>
            </a:r>
          </a:p>
          <a:p>
            <a:r>
              <a:t>Buena práctica</a:t>
            </a:r>
          </a:p>
          <a:p/>
          <a:p>
            <a:r>
              <a:t>Acotá el rango de tiempo y filtrá temprano para consultas rápidas y baratas.</a:t>
            </a:r>
          </a:p>
          <a:p/>
          <a:p>
            <a:r>
              <a:t># Contar errores por período en Logs Insights</a:t>
            </a:r>
          </a:p>
          <a:p>
            <a:r>
              <a:t>fields @timestamp, @message</a:t>
            </a:r>
          </a:p>
          <a:p>
            <a:r>
              <a:t>| filter @message like /ERROR/</a:t>
            </a:r>
          </a:p>
          <a:p>
            <a:r>
              <a:t>| stats count(*) as errores</a:t>
            </a:r>
          </a:p>
          <a:p>
            <a:r>
              <a:t>    by bin(5m)</a:t>
            </a:r>
          </a:p>
          <a:p>
            <a:r>
              <a:t>| sort errores desc</a:t>
            </a:r>
          </a:p>
          <a:p>
            <a:r>
              <a:t>| limit 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3</a:t>
            </a:r>
          </a:p>
          <a:p>
            <a:r>
              <a:t>De logs a métricas y alarmas</a:t>
            </a:r>
          </a:p>
          <a:p/>
          <a:p>
            <a:r>
              <a:t>Convertir patrones en los logs en señales accionables: métricas, alarmas y ruteo a otros destinos.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MANAGEMENT &amp; GOVERNANCE</a:t>
            </a:r>
          </a:p>
          <a:p>
            <a:r>
              <a:t>Metric filters, alarmas y subscription filters</a:t>
            </a:r>
          </a:p>
          <a:p>
            <a:r>
              <a:t>Conceptos clave</a:t>
            </a:r>
          </a:p>
          <a:p>
            <a:r>
              <a:t>Metric filter: genera una métrica desde un FilterPattern (contar líneas ERROR).</a:t>
            </a:r>
          </a:p>
          <a:p>
            <a:r>
              <a:t>Alarma: vigila esa métrica (Sum) y pasa OK ↔ ALARM al superar el umbral.</a:t>
            </a:r>
          </a:p>
          <a:p>
            <a:r>
              <a:t>Subscription filter: rutea logs a otro destino (Firehose, OpenSearch).</a:t>
            </a:r>
          </a:p>
          <a:p>
            <a:r>
              <a:t>⚠️ El detalle que rompe alarmas</a:t>
            </a:r>
          </a:p>
          <a:p/>
          <a:p>
            <a:r>
              <a:t>El metric filter solo emite un dato cuando hay coincidencias. Definí DefaultValue: 0 y ajustá treatMissingData para que la alarma no quede en INSUFFICIENT_DATA.</a:t>
            </a:r>
          </a:p>
          <a:p/>
          <a:p>
            <a:r>
              <a:t>Se usa en el lab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4</a:t>
            </a:r>
          </a:p>
          <a:p>
            <a:r>
              <a:t>Retención, rotación y protección</a:t>
            </a:r>
          </a:p>
          <a:p/>
          <a:p>
            <a:r>
              <a:t>El ciclo de vida del dato: retención por log group, enmascaramiento de datos sensibles y cifrado con KMS.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CICLO DE VIDA Y PROTECCIÓN</a:t>
            </a:r>
          </a:p>
          <a:p>
            <a:r>
              <a:t>Retención, enmascaramiento y cifrado</a:t>
            </a:r>
          </a:p>
          <a:p>
            <a:r>
              <a:t>🗓️ Retención</a:t>
            </a:r>
          </a:p>
          <a:p/>
          <a:p>
            <a:r>
              <a:t>La "rotación" en la nube: RetentionInDays por log group, de 1 día a 10 años (3653) o indefinida. Sin definirla, el gasto crece sin control.</a:t>
            </a:r>
          </a:p>
          <a:p/>
          <a:p>
            <a:r>
              <a:t>🛡️ Data protection</a:t>
            </a:r>
          </a:p>
          <a:p/>
          <a:p>
            <a:r>
              <a:t>Managed data identifiers detectan y enmascaran PII/PHI en cada egreso. Ver el valor original exige el permiso logs:Unmask.</a:t>
            </a:r>
          </a:p>
          <a:p/>
          <a:p>
            <a:r>
              <a:t>🔐 Cifrado KMS</a:t>
            </a:r>
          </a:p>
          <a:p/>
          <a:p>
            <a:r>
              <a:t>Asociá una customer managed key (KmsKeyId). La key policy debe autorizar a logs.&lt;region&gt;.amazonaws.com.</a:t>
            </a:r>
          </a:p>
          <a:p/>
          <a:p>
            <a:r>
              <a:t>Ojo</a:t>
            </a:r>
          </a:p>
          <a:p/>
          <a:p>
            <a:r>
              <a:t>La data protection policy solo enmascara eventos ingeridos después de aplicarla; no reescribe lo ya almacenado.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5</a:t>
            </a:r>
          </a:p>
          <a:p>
            <a:r>
              <a:t>Todo como código</a:t>
            </a:r>
          </a:p>
          <a:p/>
          <a:p>
            <a:r>
              <a:t>Log group, metric filter, alarma y consulta guardada definidos declarativamente en un solo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INFRA COMO CÓDIGO</a:t>
            </a:r>
          </a:p>
          <a:p>
            <a:r>
              <a:t>El pipeline de logs en CloudFormation</a:t>
            </a:r>
          </a:p>
          <a:p>
            <a:r>
              <a:t>AWS::Logs::LogGroup con RetentionInDays (y opcional KmsKeyId / LogGroupClass).</a:t>
            </a:r>
          </a:p>
          <a:p>
            <a:r>
              <a:t>AWS::Logs::MetricFilter con FilterPattern y DefaultValue: 0.</a:t>
            </a:r>
          </a:p>
          <a:p>
            <a:r>
              <a:t>AWS::CloudWatch::Alarm sobre la métrica del filtro, con AlarmActions a SNS.</a:t>
            </a:r>
          </a:p>
          <a:p>
            <a:r>
              <a:t>AWS::Logs::QueryDefinition para guardar la consulta de Logs Insights.</a:t>
            </a:r>
          </a:p>
          <a:p>
            <a:r>
              <a:t># Metric filter que cuenta ERROR</a:t>
            </a:r>
          </a:p>
          <a:p>
            <a:r>
              <a:t>ErrorMetricFilter:</a:t>
            </a:r>
          </a:p>
          <a:p>
            <a:r>
              <a:t>  Type: AWS::Logs::MetricFilter</a:t>
            </a:r>
          </a:p>
          <a:p>
            <a:r>
              <a:t>  Properties:</a:t>
            </a:r>
          </a:p>
          <a:p>
            <a:r>
              <a:t>    FilterPattern: "ERROR"</a:t>
            </a:r>
          </a:p>
          <a:p>
            <a:r>
              <a:t>    MetricTransformations:</a:t>
            </a:r>
          </a:p>
          <a:p>
            <a:r>
              <a:t>      - MetricName: AppErrorCount</a:t>
            </a:r>
          </a:p>
          <a:p>
            <a:r>
              <a:t>        MetricNamespace: Curso/Obs</a:t>
            </a:r>
          </a:p>
          <a:p>
            <a:r>
              <a:t>        MetricValue: "1"</a:t>
            </a:r>
          </a:p>
          <a:p>
            <a:r>
              <a:t>        DefaultValue: 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ARQUITECTURA DEL LABORATORIO</a:t>
            </a:r>
          </a:p>
          <a:p>
            <a:r>
              <a:t>Cómo fluyen los logs</a:t>
            </a:r>
          </a:p>
          <a:p>
            <a:r>
              <a:t>EC2 + Agent</a:t>
            </a:r>
          </a:p>
          <a:p>
            <a:r>
              <a:t>PutLogEvents</a:t>
            </a:r>
          </a:p>
          <a:p>
            <a:r>
              <a:t>→</a:t>
            </a:r>
          </a:p>
          <a:p>
            <a:r>
              <a:t>Log group</a:t>
            </a:r>
          </a:p>
          <a:p>
            <a:r>
              <a:t>retención + KMS</a:t>
            </a:r>
          </a:p>
          <a:p>
            <a:r>
              <a:t>→</a:t>
            </a:r>
          </a:p>
          <a:p>
            <a:r>
              <a:t>Métrica</a:t>
            </a:r>
          </a:p>
          <a:p>
            <a:r>
              <a:t>metric filter</a:t>
            </a:r>
          </a:p>
          <a:p>
            <a:r>
              <a:t>→</a:t>
            </a:r>
          </a:p>
          <a:p>
            <a:r>
              <a:t>Alarma</a:t>
            </a:r>
          </a:p>
          <a:p>
            <a:r>
              <a:t>OK / ALARM</a:t>
            </a:r>
          </a:p>
          <a:p>
            <a:r>
              <a:t>→</a:t>
            </a:r>
          </a:p>
          <a:p>
            <a:r>
              <a:t>SNS</a:t>
            </a:r>
          </a:p>
          <a:p>
            <a:r>
              <a:t>notifica</a:t>
            </a:r>
          </a:p>
          <a:p/>
          <a:p>
            <a:r>
              <a:t>Ramas paralelas desde el mismo log group: Logs Insights (consulta guardada) y Live Tail para el troubleshooting. Todo declarado en un stack de CloudFormation; IAM y KMS son transversales.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MANOS A LA OBRA</a:t>
            </a:r>
          </a:p>
          <a:p>
            <a:r>
              <a:t>Laboratorio de la clase</a:t>
            </a:r>
          </a:p>
          <a:p>
            <a:r>
              <a:t>🧪 Qué vas a construir</a:t>
            </a:r>
          </a:p>
          <a:p/>
          <a:p>
            <a:r>
              <a:t>La app en EC2 envía sus logs a un log group con retención definida. Un metric filter cuenta las líneas ERROR, una alarma las vigila y (opcional) publica en SNS. Todo declarado en la plantilla de CloudFormation, con una consulta de Logs Insights guardada.</a:t>
            </a:r>
          </a:p>
          <a:p/>
          <a:p>
            <a:r>
              <a:t>1 · Desplegar</a:t>
            </a:r>
          </a:p>
          <a:p/>
          <a:p>
            <a:r>
              <a:t>Crear el stack: log group, metric filter, alarma, QueryDefinition y topic SNS.</a:t>
            </a:r>
          </a:p>
          <a:p/>
          <a:p>
            <a:r>
              <a:t>2 · Verificar</a:t>
            </a:r>
          </a:p>
          <a:p/>
          <a:p>
            <a:r>
              <a:t>Ver los logs en el log group y la alarma en estado OK.</a:t>
            </a:r>
          </a:p>
          <a:p/>
          <a:p>
            <a:r>
              <a:t>3 · Troubleshooting</a:t>
            </a:r>
          </a:p>
          <a:p/>
          <a:p>
            <a:r>
              <a:t>Generar líneas ERROR, ver la alarma en ALARM y contar errores con Logs Insights.</a:t>
            </a:r>
          </a:p>
          <a:p/>
          <a:p>
            <a:r>
              <a:t>Guía paso a paso: laboratorio/guia.html · Plantilla: laboratorio/template.yaml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RESUMEN</a:t>
            </a:r>
          </a:p>
          <a:p>
            <a:r>
              <a:t>Lo que te llevás</a:t>
            </a:r>
          </a:p>
          <a:p>
            <a:r>
              <a:t>Los logs se centralizan en CloudWatch Logs: log group → log stream → log event.</a:t>
            </a:r>
          </a:p>
          <a:p>
            <a:r>
              <a:t>Logs Insights y Live Tail te dan el troubleshooting; los metric filters lo convierten en alarmas.</a:t>
            </a:r>
          </a:p>
          <a:p>
            <a:r>
              <a:t>La retención, el enmascaramiento y KMS gobiernan el costo y la protección del dato.</a:t>
            </a:r>
          </a:p>
          <a:p>
            <a:r>
              <a:t>Próximo paso: hacer el laboratorio y pasar a la Clase 3 (archivado y explotación con Athena).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2 — Logs: recolección, lectura y retención</dc:title>
  <dc:subject>Curso práctico de observabilidad en AWS</dc:subject>
  <dc:creator>Observabilidad y Monitoreo en AWS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