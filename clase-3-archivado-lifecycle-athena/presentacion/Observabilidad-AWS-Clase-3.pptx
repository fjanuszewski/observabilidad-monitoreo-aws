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PROGRAMA DE CAPACITACIÓN · CLASE 3 DE 5</a:t>
            </a:r>
          </a:p>
          <a:p>
            <a:r>
              <a:t>Archivado, ciclo de vida y explotación con Athena</a:t>
            </a:r>
          </a:p>
          <a:p/>
          <a:p>
            <a:r>
              <a:t>Archivar económicamente y explotar logs con SQL: de CloudWatch Logs a un data lake en S3, y de ahí a una investigación de seguridad en Amazon Athena.</a:t>
            </a:r>
          </a:p>
          <a:p/>
          <a:p>
            <a:r>
              <a:t>Amazon Data Firehose</a:t>
            </a:r>
          </a:p>
          <a:p>
            <a:r>
              <a:t>S3 Glacier</a:t>
            </a:r>
          </a:p>
          <a:p>
            <a:r>
              <a:t>Amazon Athena</a:t>
            </a:r>
          </a:p>
          <a:p>
            <a:r>
              <a:t>⏱ ~2 horas · 🧪 Laboratorio incluido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OBJETIVOS</a:t>
            </a:r>
          </a:p>
          <a:p>
            <a:r>
              <a:t>Qué vas a lograr en esta clase</a:t>
            </a:r>
          </a:p>
          <a:p>
            <a:r>
              <a:t>Archivar logs a largo plazo de forma económica y conforme a normativa.</a:t>
            </a:r>
          </a:p>
          <a:p>
            <a:r>
              <a:t>Decidir cuándo retener en CloudWatch Logs, cuándo en S3 y cuándo en Glacier.</a:t>
            </a:r>
          </a:p>
          <a:p>
            <a:r>
              <a:t>Diseñar el ciclo de vida y la "rotación" de los datos con S3 Lifecycle.</a:t>
            </a:r>
          </a:p>
          <a:p>
            <a:r>
              <a:t>Explotar los logs con SQL en Amazon Athena para troubleshooting e investigación.</a:t>
            </a:r>
          </a:p>
          <a:p>
            <a:r>
              <a:t>Definir todo el pipeline como código en una única plantilla de CloudFormation.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1 · ESTRATEGIA DE ARCHIVADO Y COSTO</a:t>
            </a:r>
          </a:p>
          <a:p>
            <a:r>
              <a:t>Dónde vive cada log según su edad</a:t>
            </a:r>
          </a:p>
          <a:p>
            <a:r>
              <a:t>🔥 Caliente · CloudWatch Logs</a:t>
            </a:r>
          </a:p>
          <a:p/>
          <a:p>
            <a:r>
              <a:t>Días a pocas semanas. Consulta inmediata con Logs Insights. Es el destino más caro por GB almacenado.</a:t>
            </a:r>
          </a:p>
          <a:p/>
          <a:p>
            <a:r>
              <a:t>❄️ Tibio · S3 Standard</a:t>
            </a:r>
          </a:p>
          <a:p/>
          <a:p>
            <a:r>
              <a:t>Semanas a meses. Data lake barato y consultable por Athena con SQL. Particionado por fecha.</a:t>
            </a:r>
          </a:p>
          <a:p/>
          <a:p>
            <a:r>
              <a:t>🧊 Frío · S3 Glacier</a:t>
            </a:r>
          </a:p>
          <a:p/>
          <a:p>
            <a:r>
              <a:t>Meses a años. El más económico, para retención regulatoria. Requiere restaurar antes de consultar.</a:t>
            </a:r>
          </a:p>
          <a:p/>
          <a:p>
            <a:r>
              <a:t>Regla práctica</a:t>
            </a:r>
          </a:p>
          <a:p/>
          <a:p>
            <a:r>
              <a:t>Mantener logs indefinidamente en CloudWatch Logs suele ser más caro que archivarlos en S3. La retención por log group va de 1 día a 10 años (o Never expire): usala para no pagar de más.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2</a:t>
            </a:r>
          </a:p>
          <a:p>
            <a:r>
              <a:t>Streaming de logs a Amazon S3</a:t>
            </a:r>
          </a:p>
          <a:p/>
          <a:p>
            <a:r>
              <a:t>Del subscription filter a Firehose y a S3 en near real-time, con conversión a Parquet y particionado por fecha.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ANALYTICS · STREAMING</a:t>
            </a:r>
          </a:p>
          <a:p>
            <a:r>
              <a:t>Amazon Data Firehose</a:t>
            </a:r>
          </a:p>
          <a:p>
            <a:r>
              <a:t>Qué es</a:t>
            </a:r>
          </a:p>
          <a:p/>
          <a:p>
            <a:r>
              <a:t>Servicio serverless que entrega streams a S3 en near real-time. Antes se llamaba Kinesis Data Firehose (rebranding 2024). El subscription filter de CloudWatch Logs es quien lo alimenta.</a:t>
            </a:r>
          </a:p>
          <a:p/>
          <a:p>
            <a:r>
              <a:t>Conceptos clave</a:t>
            </a:r>
          </a:p>
          <a:p>
            <a:r>
              <a:t>Buffering: agrupa por tamaño (MB) o tiempo (s) antes de escribir.</a:t>
            </a:r>
          </a:p>
          <a:p>
            <a:r>
              <a:t>Record format conversion: JSON a Parquet con el esquema de Glue.</a:t>
            </a:r>
          </a:p>
          <a:p>
            <a:r>
              <a:t>Particionado: prefijos !{timestamp:yyyy/MM/dd}; el error output va aparte.</a:t>
            </a:r>
          </a:p>
          <a:p>
            <a:r>
              <a:t>💡 En este curso</a:t>
            </a:r>
          </a:p>
          <a:p/>
          <a:p>
            <a:r>
              <a:t>Es el corazón del pipeline: recibe los logs del subscription filter, los convierte a Parquet, los comprime y los escribe particionados por fecha en S3.</a:t>
            </a:r>
          </a:p>
          <a:p/>
          <a:p>
            <a:r>
              <a:t>Se usa en el lab</a:t>
            </a:r>
          </a:p>
          <a:p>
            <a:r>
              <a:t>Cuidado</a:t>
            </a:r>
          </a:p>
          <a:p/>
          <a:p>
            <a:r>
              <a:t>Los logs de CloudWatch llegan gzip-comprimidos: hay que habilitar decompression y multi record deaggregation antes de convertir a Parquet, o Firehose escribe objetos ilegibles y Athena devuelve basura.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3</a:t>
            </a:r>
          </a:p>
          <a:p>
            <a:r>
              <a:t>Ciclo de vida y rotación en S3</a:t>
            </a:r>
          </a:p>
          <a:p/>
          <a:p>
            <a:r>
              <a:t>La "rotación" en AWS no es logrotate: es retención, particionado y tiering automático con S3 Lifecycle.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STORAGE · ARCHIVADO</a:t>
            </a:r>
          </a:p>
          <a:p>
            <a:r>
              <a:t>S3 Lifecycle y clases Glacier</a:t>
            </a:r>
          </a:p>
          <a:p>
            <a:r>
              <a:t>Qué es</a:t>
            </a:r>
          </a:p>
          <a:p/>
          <a:p>
            <a:r>
              <a:t>Glacier no es un servicio aparte: son clases de S3 de muy bajo costo a las que se transiciona con reglas de Lifecycle sobre el bucket.</a:t>
            </a:r>
          </a:p>
          <a:p/>
          <a:p>
            <a:r>
              <a:t>Conceptos clave</a:t>
            </a:r>
          </a:p>
          <a:p>
            <a:r>
              <a:t>Instant Retrieval: acceso en milisegundos, uso poco frecuente.</a:t>
            </a:r>
          </a:p>
          <a:p>
            <a:r>
              <a:t>Flexible / Deep Archive: lo más barato; restore de minutos a ~12 h.</a:t>
            </a:r>
          </a:p>
          <a:p>
            <a:r>
              <a:t>Object Lock (WORM): retención inmutable para cumplimiento.</a:t>
            </a:r>
          </a:p>
          <a:p>
            <a:r>
              <a:t>💡 En este curso</a:t>
            </a:r>
          </a:p>
          <a:p/>
          <a:p>
            <a:r>
              <a:t>La regla de Lifecycle del bucket transiciona los logs a Glacier tras 30 días para minimizar el costo de retención a largo plazo.</a:t>
            </a:r>
          </a:p>
          <a:p/>
          <a:p>
            <a:r>
              <a:t>Se usa en el lab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4</a:t>
            </a:r>
          </a:p>
          <a:p>
            <a:r>
              <a:t>Explotación de datos con Amazon Athena</a:t>
            </a:r>
          </a:p>
          <a:p/>
          <a:p>
            <a:r>
              <a:t>SQL serverless sobre S3, con Glue Data Catalog y partition projection, para troubleshooting e investigación.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ANALYTICS · SQL SERVERLESS</a:t>
            </a:r>
          </a:p>
          <a:p>
            <a:r>
              <a:t>Amazon Athena + Glue Data Catalog</a:t>
            </a:r>
          </a:p>
          <a:p>
            <a:r>
              <a:t>Qué es</a:t>
            </a:r>
          </a:p>
          <a:p/>
          <a:p>
            <a:r>
              <a:t>Athena corre SQL serverless (motor Trino, engine v3) directamente sobre S3. Usa el Glue Data Catalog como metastore: bases, tablas, SerDe y particiones.</a:t>
            </a:r>
          </a:p>
          <a:p/>
          <a:p>
            <a:r>
              <a:t>Conceptos clave</a:t>
            </a:r>
          </a:p>
          <a:p>
            <a:r>
              <a:t>SerDe correcto: CloudTrail usa su SerDe JSON; app puede usar Grok.</a:t>
            </a:r>
          </a:p>
          <a:p>
            <a:r>
              <a:t>Partition projection: calcula particiones sin ALTER TABLE.</a:t>
            </a:r>
          </a:p>
          <a:p>
            <a:r>
              <a:t>Workgroup: aísla queries, fija límites de bytes y ubicación de resultados.</a:t>
            </a:r>
          </a:p>
          <a:p>
            <a:r>
              <a:t>💡 En este curso</a:t>
            </a:r>
          </a:p>
          <a:p/>
          <a:p>
            <a:r>
              <a:t>Creás la base y la tabla en Glue que describen los logs de CloudTrail, y un workgroup de Athena con ubicación de resultados para la investigación.</a:t>
            </a:r>
          </a:p>
          <a:p/>
          <a:p>
            <a:r>
              <a:t>Se usa en el lab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 DE INVESTIGACIÓN</a:t>
            </a:r>
          </a:p>
          <a:p>
            <a:r>
              <a:t>Detectar quién abrió un puerto sensible</a:t>
            </a:r>
          </a:p>
          <a:p>
            <a:r>
              <a:t>Logs Insights: logs recientes en CloudWatch, exploración rápida, sin mover datos.</a:t>
            </a:r>
          </a:p>
          <a:p>
            <a:r>
              <a:t>Athena: histórico archivado en S3, joins y SQL completo sobre Parquet.</a:t>
            </a:r>
          </a:p>
          <a:p>
            <a:r>
              <a:t>Buena práctica</a:t>
            </a:r>
          </a:p>
          <a:p/>
          <a:p>
            <a:r>
              <a:t>Incluí siempre un WHERE sobre la columna de partición de fecha, o la query escanea de más.</a:t>
            </a:r>
          </a:p>
          <a:p/>
          <a:p>
            <a:r>
              <a:t>-- CloudTrail: ¿quién abrió el puerto?</a:t>
            </a:r>
          </a:p>
          <a:p>
            <a:r>
              <a:t>SELECT useridentity.arn AS quien,</a:t>
            </a:r>
          </a:p>
          <a:p>
            <a:r>
              <a:t>       eventtime, sourceipaddress</a:t>
            </a:r>
          </a:p>
          <a:p>
            <a:r>
              <a:t>FROM   cloudtrail_logs</a:t>
            </a:r>
          </a:p>
          <a:p>
            <a:r>
              <a:t>WHERE  eventname = 'AuthorizeSecurityGroupIngress'</a:t>
            </a:r>
          </a:p>
          <a:p>
            <a:r>
              <a:t>  AND  year='2026' AND month='07'</a:t>
            </a:r>
          </a:p>
          <a:p>
            <a:r>
              <a:t>ORDER  BY eventtime DESC;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 5 · TODO COMO CÓDIGO</a:t>
            </a:r>
          </a:p>
          <a:p>
            <a:r>
              <a:t>El pipeline en CloudFormation, con IAM que lo enlaza</a:t>
            </a:r>
          </a:p>
          <a:p>
            <a:r>
              <a:t>Recursos del stack</a:t>
            </a:r>
          </a:p>
          <a:p>
            <a:r>
              <a:t>Todo declarado</a:t>
            </a:r>
          </a:p>
          <a:p>
            <a:r>
              <a:t>KinesisFirehose::DeliveryStream</a:t>
            </a:r>
          </a:p>
          <a:p>
            <a:r>
              <a:t>S3::Bucket con LifecycleConfiguration</a:t>
            </a:r>
          </a:p>
          <a:p>
            <a:r>
              <a:t>Logs::SubscriptionFilter</a:t>
            </a:r>
          </a:p>
          <a:p>
            <a:r>
              <a:t>Glue::Database / Table</a:t>
            </a:r>
          </a:p>
          <a:p>
            <a:r>
              <a:t>Athena::WorkGroup · IAM::Role</a:t>
            </a:r>
          </a:p>
          <a:p>
            <a:r>
              <a:t>Cadena de confianza</a:t>
            </a:r>
          </a:p>
          <a:p>
            <a:r>
              <a:t>Roles del pipeline</a:t>
            </a:r>
          </a:p>
          <a:p>
            <a:r>
              <a:t>Logs → Firehose: trust hacia logs.amazonaws.com.</a:t>
            </a:r>
          </a:p>
          <a:p>
            <a:r>
              <a:t>Firehose → S3/Glue: s3:PutObject + glue:GetTable.</a:t>
            </a:r>
          </a:p>
          <a:p>
            <a:r>
              <a:t>Athena → S3: lectura de logs + escritura de resultados.</a:t>
            </a:r>
          </a:p>
          <a:p>
            <a:r>
              <a:t>Least privilege</a:t>
            </a:r>
          </a:p>
          <a:p/>
          <a:p>
            <a:r>
              <a:t>Usá aws:SourceArn para evitar el "confused deputy".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ARQUITECTURA DEL LABORATORIO</a:t>
            </a:r>
          </a:p>
          <a:p>
            <a:r>
              <a:t>Cómo fluyen los datos</a:t>
            </a:r>
          </a:p>
          <a:p>
            <a:r>
              <a:t>CloudWatch Logs</a:t>
            </a:r>
          </a:p>
          <a:p>
            <a:r>
              <a:t>subscription filter</a:t>
            </a:r>
          </a:p>
          <a:p>
            <a:r>
              <a:t>→</a:t>
            </a:r>
          </a:p>
          <a:p>
            <a:r>
              <a:t>Data Firehose</a:t>
            </a:r>
          </a:p>
          <a:p>
            <a:r>
              <a:t>Parquet + fecha</a:t>
            </a:r>
          </a:p>
          <a:p>
            <a:r>
              <a:t>→</a:t>
            </a:r>
          </a:p>
          <a:p>
            <a:r>
              <a:t>Amazon S3</a:t>
            </a:r>
          </a:p>
          <a:p>
            <a:r>
              <a:t>data lake</a:t>
            </a:r>
          </a:p>
          <a:p>
            <a:r>
              <a:t>→</a:t>
            </a:r>
          </a:p>
          <a:p>
            <a:r>
              <a:t>S3 Glacier</a:t>
            </a:r>
          </a:p>
          <a:p>
            <a:r>
              <a:t>Lifecycle 30 d</a:t>
            </a:r>
          </a:p>
          <a:p>
            <a:r>
              <a:t>Glue Catalog</a:t>
            </a:r>
          </a:p>
          <a:p>
            <a:r>
              <a:t>esquema + SerDe</a:t>
            </a:r>
          </a:p>
          <a:p>
            <a:r>
              <a:t>→</a:t>
            </a:r>
          </a:p>
          <a:p>
            <a:r>
              <a:t>Amazon Athena</a:t>
            </a:r>
          </a:p>
          <a:p>
            <a:r>
              <a:t>SQL sobre S3</a:t>
            </a:r>
          </a:p>
          <a:p>
            <a:r>
              <a:t>→</a:t>
            </a:r>
          </a:p>
          <a:p>
            <a:r>
              <a:t>Resultados</a:t>
            </a:r>
          </a:p>
          <a:p>
            <a:r>
              <a:t>query location</a:t>
            </a:r>
          </a:p>
          <a:p>
            <a:r>
              <a:t>→</a:t>
            </a:r>
          </a:p>
          <a:p>
            <a:r>
              <a:t>IAM Roles</a:t>
            </a:r>
          </a:p>
          <a:p>
            <a:r>
              <a:t>enlazan cada salto</a:t>
            </a:r>
          </a:p>
          <a:p/>
          <a:p>
            <a:r>
              <a:t>Firehose archiva en S3 particionado por fecha y Lifecycle baja a Glacier; Glue describe los datos y Athena los explota con SQL. Todo se despliega desde una plantilla de CloudFormation.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MANOS A LA OBRA</a:t>
            </a:r>
          </a:p>
          <a:p>
            <a:r>
              <a:t>Laboratorio de la clase</a:t>
            </a:r>
          </a:p>
          <a:p>
            <a:r>
              <a:t>🧪 Qué vas a construir</a:t>
            </a:r>
          </a:p>
          <a:p/>
          <a:p>
            <a:r>
              <a:t>El pipeline completo de archivado y explotación: subscription filter → Firehose → bucket S3 con partición por fecha y lifecycle a Glacier, más la tabla en Glue y un workgroup de Athena. Cerrás con una consulta que resuelve una investigación de seguridad. Todo por plantilla.</a:t>
            </a:r>
          </a:p>
          <a:p/>
          <a:p>
            <a:r>
              <a:t>1 · Desplegar</a:t>
            </a:r>
          </a:p>
          <a:p/>
          <a:p>
            <a:r>
              <a:t>Crear el stack: Firehose, bucket con lifecycle, Glue y workgroup de Athena.</a:t>
            </a:r>
          </a:p>
          <a:p/>
          <a:p>
            <a:r>
              <a:t>2 · Verificar</a:t>
            </a:r>
          </a:p>
          <a:p/>
          <a:p>
            <a:r>
              <a:t>Ver los objetos particionados en S3 y correr una consulta de prueba en Athena.</a:t>
            </a:r>
          </a:p>
          <a:p/>
          <a:p>
            <a:r>
              <a:t>3 · Investigar</a:t>
            </a:r>
          </a:p>
          <a:p/>
          <a:p>
            <a:r>
              <a:t>Detectar con SQL quién ejecutó AuthorizeSecurityGroupIngress sobre el puerto 22/3389 y cuándo.</a:t>
            </a:r>
          </a:p>
          <a:p/>
          <a:p>
            <a:r>
              <a:t>Guía paso a paso: laboratorio/guia.html · Plantilla: laboratorio/template.yaml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RESUMEN</a:t>
            </a:r>
          </a:p>
          <a:p>
            <a:r>
              <a:t>Lo que te llevás</a:t>
            </a:r>
          </a:p>
          <a:p>
            <a:r>
              <a:t>Una estrategia de tiering: CloudWatch Logs para lo caliente, S3 para lo tibio, Glacier para lo frío.</a:t>
            </a:r>
          </a:p>
          <a:p>
            <a:r>
              <a:t>Un pipeline near real-time con Firehose, Parquet y particionado por fecha, gobernado por S3 Lifecycle.</a:t>
            </a:r>
          </a:p>
          <a:p>
            <a:r>
              <a:t>La explotación forense con Athena + Glue, y el criterio de cuándo usar Logs Insights.</a:t>
            </a:r>
          </a:p>
          <a:p>
            <a:r>
              <a:t>Próximo paso: hacer el laboratorio y pasar a la Clase 4 — observabilidad de contenedores en ECS y Fargate.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3 — Archivado, ciclo de vida y explotación con Athena</dc:title>
  <dc:subject>Curso práctico de observabilidad en AWS</dc:subject>
  <dc:creator>Observabilidad y Monitoreo en AWS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