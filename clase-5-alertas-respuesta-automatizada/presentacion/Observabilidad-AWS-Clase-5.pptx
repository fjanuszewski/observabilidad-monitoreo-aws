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PROGRAMA DE CAPACITACIÓN · CLASE 5 DE 5</a:t>
            </a:r>
          </a:p>
          <a:p>
            <a:r>
              <a:t>Alertas, respuesta automatizada y cierre end-to-end</a:t>
            </a:r>
          </a:p>
          <a:p/>
          <a:p>
            <a:r>
              <a:t>Alertas accionables, auto-remediación y visualización unificada.</a:t>
            </a:r>
          </a:p>
          <a:p/>
          <a:p>
            <a:r>
              <a:t>CloudWatch Alarms</a:t>
            </a:r>
          </a:p>
          <a:p>
            <a:r>
              <a:t>EventBridge</a:t>
            </a:r>
          </a:p>
          <a:p>
            <a:r>
              <a:t>Amazon SNS</a:t>
            </a:r>
          </a:p>
          <a:p>
            <a:r>
              <a:t>⏱ ~2 horas · 🧪 Laboratorio incluido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OBJETIVOS</a:t>
            </a:r>
          </a:p>
          <a:p>
            <a:r>
              <a:t>Qué vas a lograr en esta clase</a:t>
            </a:r>
          </a:p>
          <a:p>
            <a:r>
              <a:t>Diseñar alertas accionables y reducir el ruido y la fatiga de alertas.</a:t>
            </a:r>
          </a:p>
          <a:p>
            <a:r>
              <a:t>Automatizar la respuesta a incidentes con EventBridge, Lambda y runbooks de SSM.</a:t>
            </a:r>
          </a:p>
          <a:p>
            <a:r>
              <a:t>Consolidar la visualización con dashboards de CloudWatch y Amazon Managed Grafana.</a:t>
            </a:r>
          </a:p>
          <a:p>
            <a:r>
              <a:t>Cerrar el stack de observabilidad end-to-end y validarlo simulando un incidente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 1</a:t>
            </a:r>
          </a:p>
          <a:p>
            <a:r>
              <a:t>Alarmas de Amazon CloudWatch</a:t>
            </a:r>
          </a:p>
          <a:p/>
          <a:p>
            <a:r>
              <a:t>De una métrica a una decisión: tipos de alarma, estados, datos faltantes y acciones automáticas.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MANAGEMENT &amp; GOVERNANCE</a:t>
            </a:r>
          </a:p>
          <a:p>
            <a:r>
              <a:t>Alarmas de CloudWatch</a:t>
            </a:r>
          </a:p>
          <a:p>
            <a:r>
              <a:t>Qué es</a:t>
            </a:r>
          </a:p>
          <a:p/>
          <a:p>
            <a:r>
              <a:t>Una alarma observa una métrica (o una expresión de métricas) contra un umbral durante un número de periodos y cambia de estado para disparar acciones.</a:t>
            </a:r>
          </a:p>
          <a:p/>
          <a:p>
            <a:r>
              <a:t>Tres tipos</a:t>
            </a:r>
          </a:p>
          <a:p>
            <a:r>
              <a:t>De métrica: umbral estático sobre una métrica, p. ej. CPUUtilization &gt; 80%.</a:t>
            </a:r>
          </a:p>
          <a:p>
            <a:r>
              <a:t>Compuesta: combina varias alarmas con lógica AND/OR para reducir ruido.</a:t>
            </a:r>
          </a:p>
          <a:p>
            <a:r>
              <a:t>De anomalía: aprende una banda esperada y alerta cuando la métrica se sale de ella.</a:t>
            </a:r>
          </a:p>
          <a:p>
            <a:r>
              <a:t>💡 En este curso</a:t>
            </a:r>
          </a:p>
          <a:p/>
          <a:p>
            <a:r>
              <a:t>El lab crea las tres: una de métrica sobre la CPU, una compuesta que agrupa señales y una por detección de anomalía. La alarma de CPU dispara la auto-remediación.</a:t>
            </a:r>
          </a:p>
          <a:p/>
          <a:p>
            <a:r>
              <a:t>Se usa en el lab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 1 · ESTADOS Y ACCIONES</a:t>
            </a:r>
          </a:p>
          <a:p>
            <a:r>
              <a:t>Estados, datos faltantes y qué disparan</a:t>
            </a:r>
          </a:p>
          <a:p>
            <a:r>
              <a:t>Estados</a:t>
            </a:r>
          </a:p>
          <a:p>
            <a:r>
              <a:t>OK: la métrica está dentro del umbral.</a:t>
            </a:r>
          </a:p>
          <a:p>
            <a:r>
              <a:t>ALARM: se cruzó el umbral el tiempo definido.</a:t>
            </a:r>
          </a:p>
          <a:p>
            <a:r>
              <a:t>INSUFFICIENT_DATA: faltan datos para evaluar.</a:t>
            </a:r>
          </a:p>
          <a:p>
            <a:r>
              <a:t>Datos faltantes</a:t>
            </a:r>
          </a:p>
          <a:p>
            <a:r>
              <a:t>notBreaching, breaching, ignore o missing: definen cómo tratar los periodos sin dato.</a:t>
            </a:r>
          </a:p>
          <a:p>
            <a:r>
              <a:t>⚙️ Acciones de alarma</a:t>
            </a:r>
          </a:p>
          <a:p>
            <a:r>
              <a:t>SNS: notifica a personas o sistemas.</a:t>
            </a:r>
          </a:p>
          <a:p>
            <a:r>
              <a:t>Auto Scaling: escala en respuesta a la carga.</a:t>
            </a:r>
          </a:p>
          <a:p>
            <a:r>
              <a:t>Acciones de EC2: reiniciar, detener o recuperar.</a:t>
            </a:r>
          </a:p>
          <a:p>
            <a:r>
              <a:t>Systems Manager: abrir un OpsItem o disparar automatización.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 2</a:t>
            </a:r>
          </a:p>
          <a:p>
            <a:r>
              <a:t>Eventos y respuesta automatizada</a:t>
            </a:r>
          </a:p>
          <a:p/>
          <a:p>
            <a:r>
              <a:t>Que el sistema se cure solo: EventBridge como bus de eventos, auto-remediación con Lambda o SSM y notificaciones a los canales del equipo.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APPLICATION INTEGRATION</a:t>
            </a:r>
          </a:p>
          <a:p>
            <a:r>
              <a:t>Amazon EventBridge</a:t>
            </a:r>
          </a:p>
          <a:p>
            <a:r>
              <a:t>Qué es</a:t>
            </a:r>
          </a:p>
          <a:p/>
          <a:p>
            <a:r>
              <a:t>El bus de eventos serverless de AWS (antes CloudWatch Events). Enruta eventos de servicios de AWS y de tus aplicaciones hacia destinos, según patrones.</a:t>
            </a:r>
          </a:p>
          <a:p/>
          <a:p>
            <a:r>
              <a:t>Conceptos clave</a:t>
            </a:r>
          </a:p>
          <a:p>
            <a:r>
              <a:t>Buses: el bus por defecto recibe eventos de AWS; podés crear buses propios.</a:t>
            </a:r>
          </a:p>
          <a:p>
            <a:r>
              <a:t>Reglas y patrones: un patrón JSON filtra eventos (origen, tipo, detalle).</a:t>
            </a:r>
          </a:p>
          <a:p>
            <a:r>
              <a:t>Destinos: Lambda, SSM Automation, SNS, Step Functions y más.</a:t>
            </a:r>
          </a:p>
          <a:p>
            <a:r>
              <a:t>💡 En este curso</a:t>
            </a:r>
          </a:p>
          <a:p/>
          <a:p>
            <a:r>
              <a:t>Una regla escucha el cambio de estado de la alarma de CPU a ALARM y dispara el runbook de SSM que remedia el incidente automáticamente.</a:t>
            </a:r>
          </a:p>
          <a:p/>
          <a:p>
            <a:r>
              <a:t>Se usa en el lab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 2 · REMEDIAR Y AVISAR</a:t>
            </a:r>
          </a:p>
          <a:p>
            <a:r>
              <a:t>Auto-remediación y notificaciones</a:t>
            </a:r>
          </a:p>
          <a:p>
            <a:r>
              <a:t>SSM Automation · Lambda</a:t>
            </a:r>
          </a:p>
          <a:p>
            <a:r>
              <a:t>Runbooks de SSM Automation: pasos declarativos y reutilizables para remediar (reiniciar un servicio, aislar una instancia).</a:t>
            </a:r>
          </a:p>
          <a:p>
            <a:r>
              <a:t>Lambda: lógica de remediación a medida cuando el runbook no alcanza.</a:t>
            </a:r>
          </a:p>
          <a:p>
            <a:r>
              <a:t>SNS · Chatbot</a:t>
            </a:r>
          </a:p>
          <a:p>
            <a:r>
              <a:t>SNS fan-out hacia email, Slack o PagerDuty.</a:t>
            </a:r>
          </a:p>
          <a:p>
            <a:r>
              <a:t>AWS Chatbot lleva las alertas a canales de Slack o Teams.</a:t>
            </a:r>
          </a:p>
          <a:p>
            <a:r>
              <a:t># patrón de evento: alarma que pasa a ALARM</a:t>
            </a:r>
          </a:p>
          <a:p>
            <a:r>
              <a:t>{</a:t>
            </a:r>
          </a:p>
          <a:p>
            <a:r>
              <a:t>  "source": ["aws.cloudwatch"],</a:t>
            </a:r>
          </a:p>
          <a:p>
            <a:r>
              <a:t>  "detail-type": ["CloudWatch Alarm State Change"],</a:t>
            </a:r>
          </a:p>
          <a:p>
            <a:r>
              <a:t>  "detail": {</a:t>
            </a:r>
          </a:p>
          <a:p>
            <a:r>
              <a:t>    "state": { "value": ["ALARM"] }</a:t>
            </a:r>
          </a:p>
          <a:p>
            <a:r>
              <a:t>  }</a:t>
            </a:r>
          </a:p>
          <a:p>
            <a:r>
              <a:t>}</a:t>
            </a:r>
          </a:p>
          <a:p>
            <a:r>
              <a:t>Buena práctica</a:t>
            </a:r>
          </a:p>
          <a:p/>
          <a:p>
            <a:r>
              <a:t>Que la remediación sea idempotente y deje rastro: registrá cada ejecución del runbook para poder auditar qué se automatizó.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 3</a:t>
            </a:r>
          </a:p>
          <a:p>
            <a:r>
              <a:t>Dashboards y visualización</a:t>
            </a:r>
          </a:p>
          <a:p/>
          <a:p>
            <a:r>
              <a:t>Una sola pantalla para operar: dashboards de CloudWatch, Grafana multi-fuente e investigación asistida por 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MANAGEMENT &amp; GOVERNANCE</a:t>
            </a:r>
          </a:p>
          <a:p>
            <a:r>
              <a:t>Dashboards y Grafana</a:t>
            </a:r>
          </a:p>
          <a:p>
            <a:r>
              <a:t>CloudWatch Dashboards</a:t>
            </a:r>
          </a:p>
          <a:p>
            <a:r>
              <a:t>Widgets de métricas, logs, texto y alarmas en una vista.</a:t>
            </a:r>
          </a:p>
          <a:p>
            <a:r>
              <a:t>Variables para cambiar de instancia o entorno sin editar el dashboard.</a:t>
            </a:r>
          </a:p>
          <a:p>
            <a:r>
              <a:t>Vistas cross-account / cross-region para consolidar toda la organización.</a:t>
            </a:r>
          </a:p>
          <a:p>
            <a:r>
              <a:t>Amazon Managed Grafana</a:t>
            </a:r>
          </a:p>
          <a:p>
            <a:r>
              <a:t>Grafana gestionado, para dashboards multi-fuente (CloudWatch, Prometheus y más).</a:t>
            </a:r>
          </a:p>
          <a:p>
            <a:r>
              <a:t>💡 En este curso</a:t>
            </a:r>
          </a:p>
          <a:p/>
          <a:p>
            <a:r>
              <a:t>El lab arma un dashboard unificado con widgets de métricas (CPU, estado de las alarmas) y de logs. CloudWatch Investigations ayuda a la causa raíz con IA.</a:t>
            </a:r>
          </a:p>
          <a:p/>
          <a:p>
            <a:r>
              <a:t>Se usa en el lab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 4</a:t>
            </a:r>
          </a:p>
          <a:p>
            <a:r>
              <a:t>Estrategia de monitoreo para producción</a:t>
            </a:r>
          </a:p>
          <a:p/>
          <a:p>
            <a:r>
              <a:t>Alertar para actuar, no para saturar: umbrales accionables, SLIs/SLOs, runbooks y detección temprana.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 4 · ALERTAS QUE VALEN LA PENA</a:t>
            </a:r>
          </a:p>
          <a:p>
            <a:r>
              <a:t>Umbrales accionables y menos ruido</a:t>
            </a:r>
          </a:p>
          <a:p>
            <a:r>
              <a:t>Reducir el ruido</a:t>
            </a:r>
          </a:p>
          <a:p/>
          <a:p>
            <a:r>
              <a:t>Alertá solo sobre síntomas accionables. Usá alarmas compuestas y umbrales por duración para evitar la fatiga de alertas.</a:t>
            </a:r>
          </a:p>
          <a:p/>
          <a:p>
            <a:r>
              <a:t>SLIs y SLOs</a:t>
            </a:r>
          </a:p>
          <a:p/>
          <a:p>
            <a:r>
              <a:t>El SLI mide la experiencia; el SLO fija la meta. Alertá cuando el error budget se agota, no ante cada pico.</a:t>
            </a:r>
          </a:p>
          <a:p/>
          <a:p>
            <a:r>
              <a:t>Runbooks operativos</a:t>
            </a:r>
          </a:p>
          <a:p/>
          <a:p>
            <a:r>
              <a:t>Cada alerta apunta a un runbook: qué significa, cómo diagnosticar y cómo remediar. La detección temprana acorta el impacto.</a:t>
            </a:r>
          </a:p>
          <a:p/>
          <a:p>
            <a:r>
              <a:t>🧭 Idea clave</a:t>
            </a:r>
          </a:p>
          <a:p/>
          <a:p>
            <a:r>
              <a:t>Si una alerta no requiere una acción humana o automática, no debería despertar a nadie: mandala a un dashboard, no a la guardia.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 5</a:t>
            </a:r>
          </a:p>
          <a:p>
            <a:r>
              <a:t>Cierre end-to-end</a:t>
            </a:r>
          </a:p>
          <a:p/>
          <a:p>
            <a:r>
              <a:t>Todo el stack junto: métricas, logs, archivado, contenedores, alertas y dashboard, funcionando como un solo sistema.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ARQUITECTURA DEL LABORATORIO</a:t>
            </a:r>
          </a:p>
          <a:p>
            <a:r>
              <a:t>Cómo fluye la auto-remediación</a:t>
            </a:r>
          </a:p>
          <a:p>
            <a:r>
              <a:t>EC2</a:t>
            </a:r>
          </a:p>
          <a:p>
            <a:r>
              <a:t>alto uso de CPU</a:t>
            </a:r>
          </a:p>
          <a:p>
            <a:r>
              <a:t>→</a:t>
            </a:r>
          </a:p>
          <a:p>
            <a:r>
              <a:t>Alarma</a:t>
            </a:r>
          </a:p>
          <a:p>
            <a:r>
              <a:t>CPU · compuesta · anomalía</a:t>
            </a:r>
          </a:p>
          <a:p>
            <a:r>
              <a:t>→</a:t>
            </a:r>
          </a:p>
          <a:p>
            <a:r>
              <a:t>EventBridge</a:t>
            </a:r>
          </a:p>
          <a:p>
            <a:r>
              <a:t>regla + patrón</a:t>
            </a:r>
          </a:p>
          <a:p>
            <a:r>
              <a:t>→</a:t>
            </a:r>
          </a:p>
          <a:p>
            <a:r>
              <a:t>SSM Automation</a:t>
            </a:r>
          </a:p>
          <a:p>
            <a:r>
              <a:t>runbook remedia</a:t>
            </a:r>
          </a:p>
          <a:p>
            <a:r>
              <a:t>Alarma</a:t>
            </a:r>
          </a:p>
          <a:p>
            <a:r>
              <a:t>notifica</a:t>
            </a:r>
          </a:p>
          <a:p>
            <a:r>
              <a:t>→</a:t>
            </a:r>
          </a:p>
          <a:p>
            <a:r>
              <a:t>SNS</a:t>
            </a:r>
          </a:p>
          <a:p>
            <a:r>
              <a:t>email al equipo</a:t>
            </a:r>
          </a:p>
          <a:p>
            <a:r>
              <a:t>→</a:t>
            </a:r>
          </a:p>
          <a:p>
            <a:r>
              <a:t>Dashboard</a:t>
            </a:r>
          </a:p>
          <a:p>
            <a:r>
              <a:t>métricas + logs</a:t>
            </a:r>
          </a:p>
          <a:p/>
          <a:p>
            <a:r>
              <a:t>Un incidente de CPU dispara la alarma → EventBridge → runbook de SSM que remedia; SNS avisa al equipo y el dashboard unificado muestra todo.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MANOS A LA OBRA</a:t>
            </a:r>
          </a:p>
          <a:p>
            <a:r>
              <a:t>Laboratorio de la clase</a:t>
            </a:r>
          </a:p>
          <a:p>
            <a:r>
              <a:t>🧪 Qué vas a construir</a:t>
            </a:r>
          </a:p>
          <a:p/>
          <a:p>
            <a:r>
              <a:t>Con una plantilla de CloudFormation cerrás el stack completo: una alarma de métrica, una compuesta y una de anomalía; una regla de EventBridge que dispara un runbook de SSM Automation (auto-remediación); un tópico SNS con suscripción de email y un dashboard de CloudWatch unificado con widgets de métricas y logs.</a:t>
            </a:r>
          </a:p>
          <a:p/>
          <a:p>
            <a:r>
              <a:t>1 · Desplegar</a:t>
            </a:r>
          </a:p>
          <a:p/>
          <a:p>
            <a:r>
              <a:t>Crear el stack: alarmas, EventBridge, runbook de SSM, SNS y dashboard.</a:t>
            </a:r>
          </a:p>
          <a:p/>
          <a:p>
            <a:r>
              <a:t>2 · Simular</a:t>
            </a:r>
          </a:p>
          <a:p/>
          <a:p>
            <a:r>
              <a:t>Provocar alto uso de CPU y ver la alarma → EventBridge → runbook remediar solo.</a:t>
            </a:r>
          </a:p>
          <a:p/>
          <a:p>
            <a:r>
              <a:t>3 · Investigar</a:t>
            </a:r>
          </a:p>
          <a:p/>
          <a:p>
            <a:r>
              <a:t>Revisar dashboard y notificación SNS; indagar con Logs Insights, Athena y el service map.</a:t>
            </a:r>
          </a:p>
          <a:p/>
          <a:p>
            <a:r>
              <a:t>Guía paso a paso: laboratorio/guia.html · Plantilla: laboratorio/template.yaml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RESUMEN</a:t>
            </a:r>
          </a:p>
          <a:p>
            <a:r>
              <a:t>Lo que te llevás</a:t>
            </a:r>
          </a:p>
          <a:p>
            <a:r>
              <a:t>Las alarmas de CloudWatch (de métrica, compuesta y de anomalía) convierten métricas en decisiones y disparan acciones sin intervención humana.</a:t>
            </a:r>
          </a:p>
          <a:p>
            <a:r>
              <a:t>EventBridge enruta el cambio de estado de una alarma hacia un runbook de SSM o una Lambda, cerrando el ciclo de auto-remediación.</a:t>
            </a:r>
          </a:p>
          <a:p>
            <a:r>
              <a:t>Un dashboard unificado (y Grafana para multi-fuente) más SNS/Chatbot dan una sola pantalla y avisos accionables.</a:t>
            </a:r>
          </a:p>
          <a:p>
            <a:r>
              <a:t>Una buena estrategia de producción alerta poco y bien: umbrales accionables, SLOs, runbooks y detección temprana. Con esto queda cerrado el stack end-to-end del curso.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Clase 5 — Alertas, respuesta automatizada y cierre end-to-end</dc:title>
  <dc:subject>Curso práctico de observabilidad en AWS</dc:subject>
  <dc:creator>Observabilidad y Monitoreo en AWS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