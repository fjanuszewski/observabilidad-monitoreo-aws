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PROGRAMA DE CAPACITACIÓN · CLASE 4 DE 5</a:t>
            </a:r>
          </a:p>
          <a:p>
            <a:r>
              <a:t>Observabilidad de contenedores (ECS + Fargate)</a:t>
            </a:r>
          </a:p>
          <a:p/>
          <a:p>
            <a:r>
              <a:t>Métricas, logs y trazas de cargas en contenedores: de Container Insights y FireLens a la correlación entre infraestructura, servicio y traza para el análisis de causa raíz.</a:t>
            </a:r>
          </a:p>
          <a:p/>
          <a:p>
            <a:r>
              <a:t>Amazon ECS</a:t>
            </a:r>
          </a:p>
          <a:p>
            <a:r>
              <a:t>AWS Fargate</a:t>
            </a:r>
          </a:p>
          <a:p>
            <a:r>
              <a:t>Container Insights</a:t>
            </a:r>
          </a:p>
          <a:p>
            <a:r>
              <a:t>⏱ ~2 horas · 🧪 Laboratorio incluido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</a:t>
            </a:r>
          </a:p>
          <a:p>
            <a:r>
              <a:t>Qué vas a lograr en esta clase</a:t>
            </a:r>
          </a:p>
          <a:p>
            <a:r>
              <a:t>Monitorear cargas en contenedores sobre Amazon ECS y AWS Fargate.</a:t>
            </a:r>
          </a:p>
          <a:p>
            <a:r>
              <a:t>Recolectar métricas de clúster, servicio, tarea y contenedor con Container Insights.</a:t>
            </a:r>
          </a:p>
          <a:p>
            <a:r>
              <a:t>Rutear los logs de contenedores a CloudWatch con el driver awslogs o FireLens.</a:t>
            </a:r>
          </a:p>
          <a:p>
            <a:r>
              <a:t>Introducir APM con ADOT y CloudWatch Application Signals integrado con X-Ray.</a:t>
            </a:r>
          </a:p>
          <a:p>
            <a:r>
              <a:t>Correlacionar infraestructura ↔ servicio ↔ traza para acelerar el diagnóstico.</a:t>
            </a:r>
          </a:p>
          <a:p>
            <a:r>
              <a:t>Definir el clúster, el servicio Fargate y FireLens como código en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</a:t>
            </a:r>
          </a:p>
          <a:p>
            <a:r>
              <a:t>Container Insights</a:t>
            </a:r>
          </a:p>
          <a:p/>
          <a:p>
            <a:r>
              <a:t>Métricas a nivel de clúster, servicio, tarea y contenedor; el modo estándar frente al enhanced observability y el seguimiento de despliegues.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&amp; GOVERNANCE</a:t>
            </a:r>
          </a:p>
          <a:p>
            <a:r>
              <a:t>CloudWatch Container Insights</a:t>
            </a:r>
          </a:p>
          <a:p>
            <a:r>
              <a:t>Qué es</a:t>
            </a:r>
          </a:p>
          <a:p/>
          <a:p>
            <a:r>
              <a:t>Recolecta, agrega y resume métricas y logs de cargas en contenedores. En ECS no requiere agente aparte: se habilita a nivel de clúster o de cuenta.</a:t>
            </a:r>
          </a:p>
          <a:p/>
          <a:p>
            <a:r>
              <a:t>Conceptos clave</a:t>
            </a:r>
          </a:p>
          <a:p>
            <a:r>
              <a:t>Niveles: métricas de clúster, servicio, tarea y contenedor.</a:t>
            </a:r>
          </a:p>
          <a:p>
            <a:r>
              <a:t>Estándar vs. enhanced: el enhanced observability suma granularidad por tarea/contenedor y más métricas.</a:t>
            </a:r>
          </a:p>
          <a:p>
            <a:r>
              <a:t>Deployment tracking: seguimiento de despliegues para ver el impacto de cada rollout.</a:t>
            </a:r>
          </a:p>
          <a:p>
            <a:r>
              <a:t>💡 En este curso</a:t>
            </a:r>
          </a:p>
          <a:p/>
          <a:p>
            <a:r>
              <a:t>Habilitás Container Insights en modo enhanced en el clúster ECS para ver CPU y memoria por tarea y contenedor, con dashboards curados listos para usar.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</a:t>
            </a:r>
          </a:p>
          <a:p>
            <a:r>
              <a:t>Particularidades de AWS Fargate</a:t>
            </a:r>
          </a:p>
          <a:p/>
          <a:p>
            <a:r>
              <a:t>Qué cambia cuando no tenés acceso al host y qué métricas quedan disponibles para las tareas.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· SERVERLESS</a:t>
            </a:r>
          </a:p>
          <a:p>
            <a:r>
              <a:t>AWS Fargate</a:t>
            </a:r>
          </a:p>
          <a:p>
            <a:r>
              <a:t>Qué es</a:t>
            </a:r>
          </a:p>
          <a:p/>
          <a:p>
            <a:r>
              <a:t>Motor de cómputo serverless para contenedores: ejecuta tareas de ECS sin que administres ni tengas acceso a las instancias EC2 subyacentes.</a:t>
            </a:r>
          </a:p>
          <a:p/>
          <a:p>
            <a:r>
              <a:t>Qué cambia sin host</a:t>
            </a:r>
          </a:p>
          <a:p>
            <a:r>
              <a:t>Sin agente en el host: no instalás ni configurás el CloudWatch agent en la instancia.</a:t>
            </a:r>
          </a:p>
          <a:p>
            <a:r>
              <a:t>Alcance de las métricas: las ves a nivel de tarea y contenedor, no del SO del host.</a:t>
            </a:r>
          </a:p>
          <a:p>
            <a:r>
              <a:t>Aislamiento: cada tarea corre en su propio entorno gestionado por AWS.</a:t>
            </a:r>
          </a:p>
          <a:p>
            <a:r>
              <a:t>💡 En este curso</a:t>
            </a:r>
          </a:p>
          <a:p/>
          <a:p>
            <a:r>
              <a:t>El servicio ECS corre sobre Fargate: Container Insights recolecta las métricas por tarea/contenedor sin que toques ningún host.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</a:t>
            </a:r>
          </a:p>
          <a:p>
            <a:r>
              <a:t>Logs de contenedores</a:t>
            </a:r>
          </a:p>
          <a:p/>
          <a:p>
            <a:r>
              <a:t>Del driver awslogs que envía la salida estándar a CloudWatch, a FireLens con Fluent Bit para rutear a múltiples destinos.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LOGGING · FLUENT BIT</a:t>
            </a:r>
          </a:p>
          <a:p>
            <a:r>
              <a:t>Driver awslogs y FireLens</a:t>
            </a:r>
          </a:p>
          <a:p>
            <a:r>
              <a:t>Qué es</a:t>
            </a:r>
          </a:p>
          <a:p/>
          <a:p>
            <a:r>
              <a:t>Dos formas de sacar los logs de un contenedor: el driver awslogs los manda directo a CloudWatch Logs; FireLens es un router de logs basado en Fluent Bit.</a:t>
            </a:r>
          </a:p>
          <a:p/>
          <a:p>
            <a:r>
              <a:t>Conceptos clave</a:t>
            </a:r>
          </a:p>
          <a:p>
            <a:r>
              <a:t>awslogs: envía la salida estándar del contenedor a un log group de CloudWatch.</a:t>
            </a:r>
          </a:p>
          <a:p>
            <a:r>
              <a:t>FireLens (Fluent Bit): sidecar que rutea a CloudWatch, S3, OpenSearch o terceros.</a:t>
            </a:r>
          </a:p>
          <a:p>
            <a:r>
              <a:t>Transformación: con FireLens podés filtrar, enriquecer y multiplexar destinos.</a:t>
            </a:r>
          </a:p>
          <a:p>
            <a:r>
              <a:t>💡 En este curso</a:t>
            </a:r>
          </a:p>
          <a:p/>
          <a:p>
            <a:r>
              <a:t>Ruteás los logs de la aplicación con un sidecar de FireLens/Fluent Bit hacia CloudWatch Logs, para correlacionarlos después con las métricas.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</a:t>
            </a:r>
          </a:p>
          <a:p>
            <a:r>
              <a:t>APM y correlación (introducción)</a:t>
            </a:r>
          </a:p>
          <a:p/>
          <a:p>
            <a:r>
              <a:t>ADOT como sidecar/collector, Application Signals con auto-instrumentación y X-Ray, y la correlación infraestructura ↔ servicio ↔ traza para la causa raíz.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APM · ADOT · APPLICATION SIGNALS · X-RAY</a:t>
            </a:r>
          </a:p>
          <a:p>
            <a:r>
              <a:t>APM y correlación de causa raíz</a:t>
            </a:r>
          </a:p>
          <a:p>
            <a:r>
              <a:t>Qué es</a:t>
            </a:r>
          </a:p>
          <a:p/>
          <a:p>
            <a:r>
              <a:t>APM administrado que auto-instrumenta la aplicación con OpenTelemetry, publica métricas de request y se integra con AWS X-Ray para las trazas.</a:t>
            </a:r>
          </a:p>
          <a:p/>
          <a:p>
            <a:r>
              <a:t>Conceptos clave</a:t>
            </a:r>
          </a:p>
          <a:p>
            <a:r>
              <a:t>ADOT: AWS Distro for OpenTelemetry corre como sidecar/collector y recolecta métricas y trazas.</a:t>
            </a:r>
          </a:p>
          <a:p>
            <a:r>
              <a:t>Auto-instrumentación: latencia, errores y throughput sin cambiar el código.</a:t>
            </a:r>
          </a:p>
          <a:p>
            <a:r>
              <a:t>X-Ray: las trazas distribuidas alimentan el mapa de servicios y los SLOs.</a:t>
            </a:r>
          </a:p>
          <a:p>
            <a:r>
              <a:t>💡 En este curso</a:t>
            </a:r>
          </a:p>
          <a:p/>
          <a:p>
            <a:r>
              <a:t>Junto con X-Ray, cierra el triángulo métrica–log–traza para pasar de "algo anda mal" a "esta tarea y este request son la causa".</a:t>
            </a:r>
          </a:p>
          <a:p/>
          <a:p>
            <a:r>
              <a:t>Introducción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</a:t>
            </a:r>
          </a:p>
          <a:p>
            <a:r>
              <a:t>Todo como código</a:t>
            </a:r>
          </a:p>
          <a:p/>
          <a:p>
            <a:r>
              <a:t>El clúster ECS, el servicio Fargate con Container Insights y la configuración de FireLens, en una sola plantilla de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INFRAESTRUCTURA COMO CÓDIGO</a:t>
            </a:r>
          </a:p>
          <a:p>
            <a:r>
              <a:t>El clúster y el servicio en CloudFormation</a:t>
            </a:r>
          </a:p>
          <a:p>
            <a:r>
              <a:t>Recursos del stack</a:t>
            </a:r>
          </a:p>
          <a:p>
            <a:r>
              <a:t>Todo declarado</a:t>
            </a:r>
          </a:p>
          <a:p>
            <a:r>
              <a:t>AWS::ECS::Cluster con Container Insights enhanced</a:t>
            </a:r>
          </a:p>
          <a:p>
            <a:r>
              <a:t>AWS::ECS::TaskDefinition (Fargate + FireLens)</a:t>
            </a:r>
          </a:p>
          <a:p>
            <a:r>
              <a:t>AWS::ECS::Service con la tarea desplegada</a:t>
            </a:r>
          </a:p>
          <a:p>
            <a:r>
              <a:t>AWS::Logs::LogGroup para los logs</a:t>
            </a:r>
          </a:p>
          <a:p>
            <a:r>
              <a:t>AWS::IAM::Role (task role y execution role)</a:t>
            </a:r>
          </a:p>
          <a:p>
            <a:r>
              <a:t>Permisos mínimos</a:t>
            </a:r>
          </a:p>
          <a:p>
            <a:r>
              <a:t>Roles de la tarea</a:t>
            </a:r>
          </a:p>
          <a:p>
            <a:r>
              <a:t>Execution role: permite descargar la imagen y escribir en CloudWatch Logs.</a:t>
            </a:r>
          </a:p>
          <a:p>
            <a:r>
              <a:t>Task role: permisos de la app y del sidecar (FireLens/ADOT).</a:t>
            </a:r>
          </a:p>
          <a:p>
            <a:r>
              <a:t>Container Insights por IaC</a:t>
            </a:r>
          </a:p>
          <a:p/>
          <a:p>
            <a:r>
              <a:t>Se activa con ClusterSettings (name: containerInsights, valor enhanced) sobre el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LABORATORIO</a:t>
            </a:r>
          </a:p>
          <a:p>
            <a:r>
              <a:t>Cómo fluyen métricas, logs y trazas</a:t>
            </a:r>
          </a:p>
          <a:p>
            <a:r>
              <a:t>ECS + Fargate</a:t>
            </a:r>
          </a:p>
          <a:p>
            <a:r>
              <a:t>tarea + contenedor</a:t>
            </a:r>
          </a:p>
          <a:p>
            <a:r>
              <a:t>→</a:t>
            </a:r>
          </a:p>
          <a:p>
            <a:r>
              <a:t>Container Insights</a:t>
            </a:r>
          </a:p>
          <a:p>
            <a:r>
              <a:t>enhanced</a:t>
            </a:r>
          </a:p>
          <a:p>
            <a:r>
              <a:t>→</a:t>
            </a:r>
          </a:p>
          <a:p>
            <a:r>
              <a:t>CloudWatch</a:t>
            </a:r>
          </a:p>
          <a:p>
            <a:r>
              <a:t>métricas + dashboards</a:t>
            </a:r>
          </a:p>
          <a:p>
            <a:r>
              <a:t>FireLens</a:t>
            </a:r>
          </a:p>
          <a:p>
            <a:r>
              <a:t>Fluent Bit sidecar</a:t>
            </a:r>
          </a:p>
          <a:p>
            <a:r>
              <a:t>→</a:t>
            </a:r>
          </a:p>
          <a:p>
            <a:r>
              <a:t>CloudWatch Logs</a:t>
            </a:r>
          </a:p>
          <a:p>
            <a:r>
              <a:t>logs del contenedor</a:t>
            </a:r>
          </a:p>
          <a:p>
            <a:r>
              <a:t>→</a:t>
            </a:r>
          </a:p>
          <a:p>
            <a:r>
              <a:t>X-Ray</a:t>
            </a:r>
          </a:p>
          <a:p>
            <a:r>
              <a:t>trazas correlacionadas</a:t>
            </a:r>
          </a:p>
          <a:p/>
          <a:p>
            <a:r>
              <a:t>Sobre ECS/Fargate, Container Insights (enhanced) publica métricas por tarea y contenedor en CloudWatch, FireLens rutea los logs a CloudWatch Logs y las trazas llegan a X-Ray; el cruce de los tres es el que resuelve la causa raíz. Todo se despliega desde una plantilla de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MANOS A LA OBRA</a:t>
            </a:r>
          </a:p>
          <a:p>
            <a:r>
              <a:t>Laboratorio de la clase</a:t>
            </a:r>
          </a:p>
          <a:p>
            <a:r>
              <a:t>🧪 Qué vas a construir</a:t>
            </a:r>
          </a:p>
          <a:p/>
          <a:p>
            <a:r>
              <a:t>Un clúster ECS con Container Insights (enhanced) habilitado y un servicio en Fargate con una tarea de aplicación de ejemplo, con los logs ruteados por FireLens/Fluent Bit a CloudWatch Logs. Visualizás las métricas por tarea y contenedor junto con los logs correlacionados. Todo por plantilla.</a:t>
            </a:r>
          </a:p>
          <a:p/>
          <a:p>
            <a:r>
              <a:t>1 · Desplegar</a:t>
            </a:r>
          </a:p>
          <a:p/>
          <a:p>
            <a:r>
              <a:t>Crear el stack: clúster ECS, task definition Fargate y servicio con FireLens.</a:t>
            </a:r>
          </a:p>
          <a:p/>
          <a:p>
            <a:r>
              <a:t>2 · Verificar</a:t>
            </a:r>
          </a:p>
          <a:p/>
          <a:p>
            <a:r>
              <a:t>Ver las métricas por tarea/contenedor en Container Insights y los logs en CloudWatch.</a:t>
            </a:r>
          </a:p>
          <a:p/>
          <a:p>
            <a:r>
              <a:t>3 · Investigar</a:t>
            </a:r>
          </a:p>
          <a:p/>
          <a:p>
            <a:r>
              <a:t>Forzar reinicios del contenedor y correlacionar el pico de métricas con sus logs para hallar la causa.</a:t>
            </a:r>
          </a:p>
          <a:p/>
          <a:p>
            <a:r>
              <a:t>Guía paso a paso: laboratorio/guia.html · Plantilla: laboratorio/template.yaml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Lo que te llevás</a:t>
            </a:r>
          </a:p>
          <a:p>
            <a:r>
              <a:t>Container Insights con métricas de clúster, servicio, tarea y contenedor, y cuándo usar el modo enhanced.</a:t>
            </a:r>
          </a:p>
          <a:p>
            <a:r>
              <a:t>Qué cambia en Fargate al no tener host y qué métricas quedan disponibles por tarea.</a:t>
            </a:r>
          </a:p>
          <a:p>
            <a:r>
              <a:t>El ruteo de logs con awslogs y con FireLens/Fluent Bit hacia CloudWatch.</a:t>
            </a:r>
          </a:p>
          <a:p>
            <a:r>
              <a:t>La introducción a APM con ADOT, Application Signals y X-Ray, y la correlación infraestructura ↔ servicio ↔ traza.</a:t>
            </a:r>
          </a:p>
          <a:p>
            <a:r>
              <a:t>Próximo paso: hacer el laboratorio y pasar a la Clase 5 — alertas y respuesta automatizada.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— Observabilidad de contenedores (ECS + Fargate)</dc:title>
  <dc:subject>Curso práctico de observabilidad en AWS</dc:subject>
  <dc:creator>Observabilidad y Monitoreo en AWS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